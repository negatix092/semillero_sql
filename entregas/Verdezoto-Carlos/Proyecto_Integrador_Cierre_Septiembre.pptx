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4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PC1 · Lunes</c:v>
                  </c:pt>
                  <c:pt idx="1">
                    <c:v>PC2 · Martes</c:v>
                  </c:pt>
                  <c:pt idx="2">
                    <c:v>PC3 · Miércoles</c:v>
                  </c:pt>
                  <c:pt idx="3">
                    <c:v>PC4 · Jueves</c:v>
                  </c:pt>
                  <c:pt idx="4">
                    <c:v>Tablero</c:v>
                  </c:pt>
                  <c:pt idx="5">
                    <c:v>Presentación</c:v>
                  </c:pt>
                  <c:pt idx="6">
                    <c:v>Bitácora completa</c:v>
                  </c:pt>
                  <c:pt idx="7">
                    <c:v>Medidas y rol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  <c:pt idx="6">
                  <c:v>15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524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5242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737360"/>
            <a:ext cx="502920" cy="16459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0"/>
            <a:ext cx="502920" cy="1097280"/>
          </a:xfrm>
          <a:prstGeom prst="rect">
            <a:avLst/>
          </a:prstGeom>
          <a:solidFill>
            <a:srgbClr val="D4A90A"/>
          </a:solidFill>
          <a:ln w="12700">
            <a:solidFill>
              <a:srgbClr val="D4A9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834640"/>
            <a:ext cx="502920" cy="548640"/>
          </a:xfrm>
          <a:prstGeom prst="rect">
            <a:avLst/>
          </a:prstGeom>
          <a:solidFill>
            <a:srgbClr val="A98600"/>
          </a:solidFill>
          <a:ln w="12700">
            <a:solidFill>
              <a:srgbClr val="A98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· PROYECTO INTEGRADOR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cierre de septiembre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tablero al cierre de AgroDB al 30 de septiembre de 2026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9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lunes 5 al viernes 9 de octubre · Individual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encargo de la dirección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viernes 9 presento el cierre al 30 de septiembre de 2026. Necesito un tablero.»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cosechamos?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era la meta?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se cobró?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600200"/>
            <a:ext cx="457200" cy="45720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148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vamos contra el año pasado?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23444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Que cada gerente vea solo lo suyo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8404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Hacienda Los Ceibos (comprada en enero). Los archivos llegan «como me llegaron»: hay que revisarlos antes de confiar en ellos.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semana: cuatro etapas y una entrega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está pensada para unas dos horas · Suman 100 puntos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361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80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361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31136" y="1508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8288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880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hechos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85616" y="1417320"/>
            <a:ext cx="15361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95344" y="1508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18288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880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y modelo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49824" y="1417320"/>
            <a:ext cx="15361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559552" y="1508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18288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2880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seguridad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14032" y="1417320"/>
            <a:ext cx="1536192" cy="214884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223760" y="1508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18288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6060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880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los 20 minutos: si te atoras 20 minutos en lo mismo, escribe DUDA en tu .md y sigue. Si un día pasa de 3 horas, algo se atoró.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un punto de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PC (lunes a jueves) · Un pull request por día · Antes de las 23:59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Anclas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publicados en el enunciado.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dicen si vas bien, tú solo.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salen, no avances: algo de esa etapa está mal.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ciegas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65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están publicadas.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Contestas con lo que ves en pantalla.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 siguiente: «cuadra» o «no cuadra». Sin explicación.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ancla que sale no prueba que todo esté bien: el número puede dar perfecto con el error adentro.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ocho fuentes, todas nuevas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 C:\agrodbproyecto\ · Empezar con un .pbix vacío · Un solo archivo toda la semana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lo manda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trae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242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dim_finca · dim_cultivo · dim_tiempo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fincas · 6 cultivos · calendario 2025–2026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correo ve qué finca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bascula\ (carpeta)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báscula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Cosechas ene 2025 – jun 2026, un archivo por 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bascula_digital_2026.csv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Báscula digital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Cosechas jul – sep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por kilo según cultivo y calidad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metas_planeacion.csv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24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hoja de metas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construyes tú: </a:t>
            </a:r>
            <a:pPr indent="0" marL="0">
              <a:buNone/>
            </a:pPr>
            <a:r>
              <a:rPr lang="en-US" sz="15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h_cosecha y h_meta no vienen en los archivos.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del modelo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fijan antes de cargar nada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(México)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regional del archivo, desde la clase 27.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a mano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relaciones apagada.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fijos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03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h_cosecha y h_meta, con kg, kg_meta y fecha_mes.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291840"/>
            <a:ext cx="502920" cy="502920"/>
          </a:xfrm>
          <a:prstGeom prst="ellipse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del cierre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703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2026, de enero a septiembre: anio = 2026 y mes de 1 a 9.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· El inventario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5 · vale 10 puntos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 hecho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cada archivo con el Bloc de notas, incluidos los de bascula\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fuentes: filas, columnas, llave y tabla destino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«Lo que veo raro»: mínimo 5 hallazgos con archivo, línea y número que moverían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.pbix y cargar solo las 4 dimensiones, con la relación de seguridad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96596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21851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6 / 730 / 10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60320"/>
            <a:ext cx="21851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las 4 dimensiones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05741" y="1783080"/>
            <a:ext cx="11067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05741" y="2560320"/>
            <a:ext cx="11067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en bascula\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ciegas · L1 a L3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Capturas: modelo con las cuatro tablas y su relación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· Los hechos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6 · vale 15 puntos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 hecho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h_cosecha armada en Power Query: una fila por cosecha, ene 2025 – sep 2026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juntan carpeta, báscula digital y precios.csv; cada decisión va a la bitácora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con finca, cultivo y fecha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Medidas: Kilos, Cosechas, Cosechas repetidas, Ingresos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96596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Cosechas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8744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8744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Cosechas repetidas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4568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136 600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4568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52044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ciegas · M1 a M5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Capturas: matriz por año y mes, y Pasos aplicados de Power Query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 · Las metas y el modelo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7 · vale 15 puntos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 hecho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h_meta: una fila por finca y mes de 2026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fecha_entrega y el calendario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Medidas: Meta, Cumplimiento, Kilos entregados, Kilos año anterior, Variacion, Promedio por cultivo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 debe mostrar metas que no existen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96596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h_meta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8744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110 000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8744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2026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45680" y="178308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105,92 %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45680" y="2560320"/>
            <a:ext cx="106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52044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ciegas · X1 a X5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Capturas: modelo completo y tabla de control por finca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4 · Análisis y seguridad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8 · vale 15 puntos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queda hecho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Podio de 3 cultivos que respeta el filtro por tipo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y apoyo calculados finca por finca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meta de 100 a 150 %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por finca y KPI del año acumulado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rol que lee seguridad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196596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02920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filas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ver como regional.sur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104,44 %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560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ese 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520440"/>
            <a:ext cx="384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ciegas · J1 a J5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Capturas: vista de gerente, regional y practicante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Viernes 9 · La entrega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puntos · Tablero, presentación, bitácora y medidas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44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55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páginas que se leen: Resumen, Análisis y Auditoría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2677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78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con preguntas · máximo 10 láminas · en PowerPoint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090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completa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401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días, con cinco columnas y pruebas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13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y rol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224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bloques de código, cada una con una línea de pregunta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tablero: tres páginas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califica que se lea: títulos con el periodo, unidades y nada de «Suma de kg»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2286000" cy="7315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del año con título · tarjetas de kilos, meta, cumplimiento e ingresos · tabla por finca con semáforo · kilos contra meta por 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600200"/>
            <a:ext cx="2286000" cy="7315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Podio de cultivos · cosechado contra entregado por mes · comparación contra 2025 · bono y apoyo por finca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00200"/>
            <a:ext cx="2286000" cy="731520"/>
          </a:xfrm>
          <a:prstGeom prst="rect">
            <a:avLst/>
          </a:prstGeom>
          <a:solidFill>
            <a:srgbClr val="107C7C"/>
          </a:solidFill>
          <a:ln w="12700">
            <a:solidFill>
              <a:srgbClr val="107C7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que deben dar cero y pruebas que deben coincidir con un número que calculó alguien más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presentación ante la dirección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que no sabe qué es DAX y va a decidir con lo que digas · 15 min + 5 de preguntas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en una línea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141732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4173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(Resumen)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21488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488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hallazgos con número y recomendación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1488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54880" y="21488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214884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advertencia: un número que se lee mal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28803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7–8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8803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filas de tu bitácora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754880" y="288036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28803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creerle al tablero (Auditoría)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grande por lámina, con unidad y periodo · Sin fórmulas · No leas la lámina · Ten el .pbix abierto para las preguntas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bitácora: lo que más vale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que no cuadre o archivo inesperado es una fila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encontré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21408" y="1463040"/>
            <a:ext cx="1554480" cy="118872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12848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 di cuenta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85616" y="14630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877056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número daba mal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9824" y="14630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541264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arreglé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14032" y="14630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205472" y="146304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sé que quedó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60020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3017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«Cómo me di cuenta» es una prueba, no una corazonada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antes y después · una tarjeta que debía dar cero · la calidad de una columna · una suma contra un total calculado por alguien más. «Lo arreglé porque el número no salía» no cuenta.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Rúbrica: cómo se reparten los 100 puntos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solidFill>
            <a:srgbClr val="252423"/>
          </a:solidFill>
          <a:ln w="12700">
            <a:solidFill>
              <a:srgbClr val="25242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SE CALIFICA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que el número salga.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2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poder decir cómo supiste que estaba mal y cómo sabes que está bien ahora.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2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puede y lo que no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7C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todas las clases y tus ejercicios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 un compañero cómo se hace algo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Preguntarme lo que sea, en clase o por issue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después de un «no cuadra»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.pbix de un compañero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cuánto le dio una pregunta ciega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una captura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52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de la bitácora lo que salió mal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2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un número no te cierra, no lo fuerces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la discrepancia. Eso puntúa.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9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B: si Power BI Desktop no abre, avisa el mismo día y trabaja en la máquina de un compañero en un .pbix aparte.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· El cierre de septiembre</dc:title>
  <dc:subject>PptxGenJS Presentation</dc:subject>
  <dc:creator>PptxGenJS</dc:creator>
  <cp:lastModifiedBy>PptxGenJS</cp:lastModifiedBy>
  <cp:revision>1</cp:revision>
  <dcterms:created xsi:type="dcterms:W3CDTF">2026-10-12T14:32:37Z</dcterms:created>
  <dcterms:modified xsi:type="dcterms:W3CDTF">2026-10-12T14:32:37Z</dcterms:modified>
</cp:coreProperties>
</file>